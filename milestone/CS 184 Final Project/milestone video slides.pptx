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35c5327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35c5327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35c5327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35c532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35c5327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035c5327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035c532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035c532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35c532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035c532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035c5327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035c5327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35c5327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35c5327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f6yUH2X8cO_V8FojHfUL_NPvu8muCTXp/view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j77gTkuszSW6ZWglv5RdyZnnQCw5C2rB/view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drive.google.com/file/d/1pDKwVkV5KOxRzlnCdcNl6gLBete2uX1k/view" TargetMode="External"/><Relationship Id="rId6" Type="http://schemas.openxmlformats.org/officeDocument/2006/relationships/image" Target="../media/image4.jpg"/><Relationship Id="rId7" Type="http://schemas.openxmlformats.org/officeDocument/2006/relationships/hyperlink" Target="http://drive.google.com/file/d/13ba0ByHXkjYHevyGqAi289nGZTCZqjT7/view" TargetMode="External"/><Relationship Id="rId8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r925Rfm-JMiyBlGSgWrLn51b5Ad8ueta/view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AtZVlIle93aApKufM6zdF8ODAmAa_-ST/view" TargetMode="External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Dynamics (Zhang et al. 2012)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147922" y="1949125"/>
            <a:ext cx="33639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Handle mesh deformation from internal and external forces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Clean up and process mesh artifacts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" name="Google Shape;62;p14" title="Screenshot 2026-04-20 at 7.29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74" y="1593250"/>
            <a:ext cx="4622176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Dynamics (Zhang et al. 2012)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72813" y="1949125"/>
            <a:ext cx="43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Euler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Clumped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Surface tension behaviours simulated using Mean </a:t>
            </a:r>
            <a:r>
              <a:rPr lang="en"/>
              <a:t>C</a:t>
            </a:r>
            <a:r>
              <a:rPr lang="en"/>
              <a:t>urvature </a:t>
            </a:r>
            <a:r>
              <a:rPr lang="en"/>
              <a:t>F</a:t>
            </a:r>
            <a:r>
              <a:rPr lang="en"/>
              <a:t>low (Sussman et al., 2009)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+ local volume correction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4645688" y="1949125"/>
            <a:ext cx="4225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Surface-droplet contact forces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(Hydrophobicity) Droplet contact angle correction</a:t>
            </a:r>
            <a:endParaRPr/>
          </a:p>
        </p:txBody>
      </p:sp>
      <p:pic>
        <p:nvPicPr>
          <p:cNvPr id="70" name="Google Shape;70;p15" title="Screenshot 2026-04-20 at 7.28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627" y="3221198"/>
            <a:ext cx="3940451" cy="10989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697625" y="4320100"/>
            <a:ext cx="374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Contact Angles - Zhang et al., 2012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functional Python and C++ simulation pipelines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Implemented and verified water droplet dynamics presented by Zhang et al. 2012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Generated correct mesh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Ported current python approach to C++ implementation.</a:t>
            </a:r>
            <a:endParaRPr/>
          </a:p>
        </p:txBody>
      </p:sp>
      <p:pic>
        <p:nvPicPr>
          <p:cNvPr id="78" name="Google Shape;78;p16" title="initial_test_diagonal_forc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000" y="747900"/>
            <a:ext cx="382097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Vertex Density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Droplet ‘spread’ and contact angle depends on density and</a:t>
            </a:r>
            <a:endParaRPr/>
          </a:p>
        </p:txBody>
      </p:sp>
      <p:pic>
        <p:nvPicPr>
          <p:cNvPr id="85" name="Google Shape;85;p17" title="105_125_degrees_gamma50_mu3_eta0.98_kv_2000_rho0.1_alpha0.1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2026100"/>
            <a:ext cx="2432575" cy="2406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gamma(600)_mu(10)_eta(1)_k_v(1200)_fric(2.0)_dens(0.5)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6625" y="1780775"/>
            <a:ext cx="2651975" cy="265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Screen Recording 2026-04-20 at 7.01.06 pm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3574" y="2026100"/>
            <a:ext cx="2353626" cy="23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Surface Tension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 title="cube_collapse_zero_gravity_surface_tens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1876" y="948150"/>
            <a:ext cx="3820248" cy="382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42603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instability at high surface tensions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Difficulties tuning parameters to prevent droplet collapsing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real-time</a:t>
            </a:r>
            <a:endParaRPr/>
          </a:p>
        </p:txBody>
      </p:sp>
      <p:pic>
        <p:nvPicPr>
          <p:cNvPr id="101" name="Google Shape;101;p19" title="gamma(500)_mu(10)_eta(0.1)_k_v(1200)_fric(2.0)_dens(0.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650" y="572200"/>
            <a:ext cx="4125776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(Simulation)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473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Verlet Integration (better for particle simulations) to resolve numerical stability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 computational speed-ups once functional simulation implemented in C++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Tracking performance metrics in CSV files to optimize steps in rendering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 mesh splitting / merging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